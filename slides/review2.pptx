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1:05.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13's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
Guide: Rohini S
Date: 18 October 2026</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12064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is deployed at indieguard.streamlit.app.</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86400"/>
            <a:ext cx="104775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989320"/>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233247"/>
                </a:solidFill>
                <a:latin typeface="Arial"/>
                <a:ea typeface="Arial"/>
                <a:cs typeface="Arial"/>
              </a:defRPr>
            </a:defPPr>
          </a:lstStyle>
          <a:p xmlns:a="http://schemas.openxmlformats.org/drawingml/2006/main">
            <a:pPr>
              <a:defRPr sz="1725" b="0">
                <a:solidFill>
                  <a:srgbClr val="233247"/>
                </a:solidFill>
                <a:latin typeface="Arial"/>
                <a:ea typeface="Arial"/>
                <a:cs typeface="Arial"/>
              </a:defRPr>
            </a:pPr>
            <a:r>
              <a:rPr sz="1300" b="0">
                <a:solidFill>
                  <a:srgbClr val="233247"/>
                </a:solidFill>
                <a:latin typeface="Arial"/>
                <a:ea typeface="Arial"/>
                <a:cs typeface="Arial"/>
              </a:rPr>
              <a:t>Linked data: reviews join games on appid; the success tier uses games with at least 20 reviews. Full samples: data/sample/.</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669280"/>
            <a:ext cx="105727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Final validated dataset: </a:t>
            </a:r>
            <a:r>
              <a:rPr sz="1500" b="0">
                <a:solidFill>
                  <a:srgbClr val="157A80"/>
                </a:solidFill>
                <a:latin typeface="Arial"/>
                <a:ea typeface="Arial"/>
                <a:cs typeface="Arial"/>
              </a:rPr>
              <a:t>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749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340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Evaluation setup: </a:t>
            </a:r>
            <a:r>
              <a:rPr sz="13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257800"/>
            <a:ext cx="1057275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Selected model and interpretation: </a:t>
            </a:r>
            <a:r>
              <a:rPr sz="13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514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English reviews only (557,202 after script and language filters); negation binding (not_fun, too_hard); stopwords; TF-IDF with 1 to 2 word groups and 100,000 terms; 78 SVD components for the compact model.</a:t>
            </a:r>
          </a: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6118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(a) Logistic Regression on TF-IDF, grid search over 30 settings, threshold from out-of-fold predictions; (b) NMF topic model, 8 topics, on 40,000 negative training reviews, with LDA as the baseline (scikit-learn).</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0916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and 8 complaint themes: crashes and multiplayer bugs lead early (29%), boss and balance later (34%); “boring” is in 9.1% of negative reviews against 0.8% of positive ones.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737360"/>
          <a:ext xmlns:a="http://schemas.openxmlformats.org/drawingml/2006/main" cx="10972800" cy="2103120"/>
        </p:xfrm>
        <a:graphic xmlns:a="http://schemas.openxmlformats.org/drawingml/2006/main">
          <a:graphicData uri="http://schemas.openxmlformats.org/drawingml/2006/table">
            <a:tbl>
              <a:tblPr/>
              <a:tblGrid>
                <a:gridCol w="5120640"/>
                <a:gridCol w="1828800"/>
                <a:gridCol w="2194560"/>
                <a:gridCol w="1828800"/>
              </a:tblGrid>
              <a:tr h="457200">
                <a:tc>
                  <a:txBody>
                    <a:bodyPr wrap="square"/>
                    <a:lstStyle/>
                    <a:p>
                      <a:r>
                        <a:rPr sz="13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3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0.115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3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0.593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0.838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3977639"/>
            <a:ext cx="10572750" cy="1280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120,487 English test reviews from games never seen in training. Confusion matrix of the selected model: 10,980 negatives caught, 2,893 missed, 3,607 false alarms, 103,007 correct positives; accuracy 94.6% against 88.5% for always guessing positive. Topics: NMF diversity 90.0% against 86.25% for LDA, coherence -2.380 against -1.732 (LDA better), stability 0.745.</a:t>
            </a:r>
          </a: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34924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the full text model is selected: it detects a negative review far better than metadata. It detects, it does not forecast. A blind check of 200 reviews (labelled by an AI assistant) agrees with the topics on 35.5%: only the Early Access, repetition and crash topics are reliable.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60604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transactions = the 1,191 training games, each a set of items: user tags (without after-play opinion tags such as Great Soundtrack), price band and Early Access; 137 items; Strong is the tier for 35.3% of training games.</a:t>
            </a:r>
          </a: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7033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mlxtend FP-Growth, minimum support 25 games, up to 3 items, at least 10 hits, lift at least 1.2, Benjamini-Hochberg q below 0.10; each rule is then checked once on the 299 test games (at least 10 test games to count).</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800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38912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74920"/>
            <a:ext cx="1057275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532120"/>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400" b="1">
                <a:solidFill>
                  <a:srgbClr val="233247"/>
                </a:solidFill>
                <a:latin typeface="Arial"/>
                <a:ea typeface="Arial"/>
                <a:cs typeface="Arial"/>
              </a:rPr>
              <a:t>Business objective addressed: </a:t>
            </a:r>
            <a:r>
              <a:rPr sz="1400" b="0">
                <a:solidFill>
                  <a:srgbClr val="233247"/>
                </a:solidFill>
                <a:latin typeface="Arial"/>
                <a:ea typeface="Arial"/>
                <a:cs typeface="Arial"/>
              </a:rPr>
              <a:t>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live at https://indieguard.streamlit.app.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